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23"/>
    <p:sldId id="264" r:id="rId10"/>
    <p:sldId id="273" r:id="rId24"/>
    <p:sldId id="265" r:id="rId11"/>
    <p:sldId id="274" r:id="rId25"/>
    <p:sldId id="275" r:id="rId26"/>
    <p:sldId id="276" r:id="rId27"/>
    <p:sldId id="277" r:id="rId28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ULP diff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1E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X</c:v>
                  </c:pt>
                  <c:pt idx="1">
                    <c:v>Y</c:v>
                  </c:pt>
                  <c:pt idx="2">
                    <c:v>Inc</c:v>
                  </c:pt>
                  <c:pt idx="3">
                    <c:v>PA</c:v>
                  </c:pt>
                  <c:pt idx="4">
                    <c:v>VSys</c:v>
                  </c:pt>
                  <c:pt idx="5">
                    <c:v>VRot0</c:v>
                  </c:pt>
                  <c:pt idx="6">
                    <c:v>VRot1</c:v>
                  </c:pt>
                  <c:pt idx="7">
                    <c:v>VRot2</c:v>
                  </c:pt>
                  <c:pt idx="8">
                    <c:v>VRot3</c:v>
                  </c:pt>
                  <c:pt idx="9">
                    <c:v>Sig0</c:v>
                  </c:pt>
                  <c:pt idx="10">
                    <c:v>Sig1</c:v>
                  </c:pt>
                  <c:pt idx="11">
                    <c:v>Sig2</c:v>
                  </c:pt>
                  <c:pt idx="12">
                    <c:v>Sig3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5</c:v>
                </c:pt>
                <c:pt idx="6">
                  <c:v>30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B1E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Inc_model diff %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1E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cat>
            <c:multiLvlStrRef>
              <c:f>Sheet1!$A$2:$A$21</c:f>
              <c:multiLvlStrCache>
                <c:ptCount val="2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1.76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2.25</c:v>
                </c:pt>
                <c:pt idx="11">
                  <c:v>32.62</c:v>
                </c:pt>
                <c:pt idx="12">
                  <c:v>1.19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0B1E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B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B72"/>
                    </a:solidFill>
                    <a:latin typeface="Arial"/>
                  </a:rPr>
                  <a:t>Bootstrap realization index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B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B72"/>
                    </a:solidFill>
                    <a:latin typeface="Arial"/>
                  </a:rPr>
                  <a:t>Inc_model % difference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Fortran (ms)</c:v>
                </c:pt>
              </c:strCache>
            </c:strRef>
          </c:tx>
          <c:spPr>
            <a:solidFill>
              <a:srgbClr val="0B1E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1847</c:v>
                </c:pt>
                <c:pt idx="1">
                  <c:v>1627</c:v>
                </c:pt>
                <c:pt idx="2">
                  <c:v>1269</c:v>
                </c:pt>
                <c:pt idx="3">
                  <c:v>1467</c:v>
                </c:pt>
                <c:pt idx="4">
                  <c:v>1320</c:v>
                </c:pt>
                <c:pt idx="5">
                  <c:v>1058</c:v>
                </c:pt>
                <c:pt idx="6">
                  <c:v>1465</c:v>
                </c:pt>
                <c:pt idx="7">
                  <c:v>1380</c:v>
                </c:pt>
                <c:pt idx="8">
                  <c:v>1216</c:v>
                </c:pt>
                <c:pt idx="9">
                  <c:v>2208</c:v>
                </c:pt>
                <c:pt idx="10">
                  <c:v>1469</c:v>
                </c:pt>
                <c:pt idx="11">
                  <c:v>1391</c:v>
                </c:pt>
                <c:pt idx="12">
                  <c:v>1759</c:v>
                </c:pt>
                <c:pt idx="13">
                  <c:v>2630</c:v>
                </c:pt>
                <c:pt idx="14">
                  <c:v>1804</c:v>
                </c:pt>
                <c:pt idx="15">
                  <c:v>1391</c:v>
                </c:pt>
                <c:pt idx="16">
                  <c:v>2872</c:v>
                </c:pt>
                <c:pt idx="17">
                  <c:v>981</c:v>
                </c:pt>
                <c:pt idx="18">
                  <c:v>1184</c:v>
                </c:pt>
                <c:pt idx="19">
                  <c:v>1320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JS (ms)</c:v>
                </c:pt>
              </c:strCache>
            </c:strRef>
          </c:tx>
          <c:spPr>
            <a:solidFill>
              <a:srgbClr val="1C9C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4518</c:v>
                </c:pt>
                <c:pt idx="1">
                  <c:v>3023</c:v>
                </c:pt>
                <c:pt idx="2">
                  <c:v>2216</c:v>
                </c:pt>
                <c:pt idx="3">
                  <c:v>2601</c:v>
                </c:pt>
                <c:pt idx="4">
                  <c:v>2060</c:v>
                </c:pt>
                <c:pt idx="5">
                  <c:v>1461</c:v>
                </c:pt>
                <c:pt idx="6">
                  <c:v>2370</c:v>
                </c:pt>
                <c:pt idx="7">
                  <c:v>2123</c:v>
                </c:pt>
                <c:pt idx="8">
                  <c:v>1929</c:v>
                </c:pt>
                <c:pt idx="9">
                  <c:v>3733</c:v>
                </c:pt>
                <c:pt idx="10">
                  <c:v>1817</c:v>
                </c:pt>
                <c:pt idx="11">
                  <c:v>3430</c:v>
                </c:pt>
                <c:pt idx="12">
                  <c:v>2454</c:v>
                </c:pt>
                <c:pt idx="13">
                  <c:v>5030</c:v>
                </c:pt>
                <c:pt idx="14">
                  <c:v>3109</c:v>
                </c:pt>
                <c:pt idx="15">
                  <c:v>2226</c:v>
                </c:pt>
                <c:pt idx="16">
                  <c:v>5444</c:v>
                </c:pt>
                <c:pt idx="17">
                  <c:v>1389</c:v>
                </c:pt>
                <c:pt idx="18">
                  <c:v>1791</c:v>
                </c:pt>
                <c:pt idx="19">
                  <c:v>2159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B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B72"/>
                    </a:solidFill>
                    <a:latin typeface="Arial"/>
                  </a:rPr>
                  <a:t>Bootstrap realization index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B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B72"/>
                    </a:solidFill>
                    <a:latin typeface="Arial"/>
                  </a:rPr>
                  <a:t>Wall time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A5B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CHASING THE LAST ULP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546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 parity between the Fortran and JavaScript galaxy-fitting pipelines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502920" cy="384048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3977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ULP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397764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WALLABY_J103538-484832   ·   BootstrapSeed 42   ·   cdens 20   ·   3KIDNAS parity investigation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was a bug. Seven of them. All fixed.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independently-written pipelines were compared bit-for-bit down to the exact hexadecimal representation of every float32 value. Seven real, distinct bugs were found and fixed — the bootstrap-resampled cube is now provably, completely bit-identical between platforms.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179,520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Voxels differing in the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resampled cube — genuinely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zero, not a rounding floor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1,715 / 1,715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Pass-2 optimizer iterations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bit-identical, unforced,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ITMAX — every one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8388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7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distinct bugs found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fixed — each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verified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UNDER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independent implementations, one expected answer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 (native)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9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(wasm/V8)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37744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0B1E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3774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4114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1C9C8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114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33472" y="272948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1" name="Shape 9"/>
          <p:cNvSpPr/>
          <p:nvPr/>
        </p:nvSpPr>
        <p:spPr>
          <a:xfrm>
            <a:off x="2633472" y="446684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7792" y="237744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0B1E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07792" y="23774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SoFiA source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07792" y="4114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1C9C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07792" y="4114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SoFiA source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55464" y="272948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7" name="Shape 15"/>
          <p:cNvSpPr/>
          <p:nvPr/>
        </p:nvSpPr>
        <p:spPr>
          <a:xfrm>
            <a:off x="4855464" y="446684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8" name="Shape 16"/>
          <p:cNvSpPr/>
          <p:nvPr/>
        </p:nvSpPr>
        <p:spPr>
          <a:xfrm>
            <a:off x="5129784" y="237744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0B1E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9784" y="23774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(shape/geometry)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9784" y="4114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1C9C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9784" y="4114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(shape/geometry)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77456" y="272948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23" name="Shape 21"/>
          <p:cNvSpPr/>
          <p:nvPr/>
        </p:nvSpPr>
        <p:spPr>
          <a:xfrm>
            <a:off x="7077456" y="446684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24" name="Shape 22"/>
          <p:cNvSpPr/>
          <p:nvPr/>
        </p:nvSpPr>
        <p:spPr>
          <a:xfrm>
            <a:off x="7351776" y="237744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0B1E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51776" y="23774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(particles + convolution + χ2)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51776" y="4114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1C9C8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51776" y="4114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(particles + convolution + χ2)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99448" y="272948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29" name="Shape 27"/>
          <p:cNvSpPr/>
          <p:nvPr/>
        </p:nvSpPr>
        <p:spPr>
          <a:xfrm>
            <a:off x="9299448" y="4466844"/>
            <a:ext cx="292608" cy="164592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30" name="Shape 28"/>
          <p:cNvSpPr/>
          <p:nvPr/>
        </p:nvSpPr>
        <p:spPr>
          <a:xfrm>
            <a:off x="9573768" y="237744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0B1E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73768" y="23774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573768" y="4114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EAF1FB"/>
          </a:solidFill>
          <a:ln w="19050">
            <a:solidFill>
              <a:srgbClr val="1C9C8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73768" y="411480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76072" y="2267712"/>
            <a:ext cx="2185416" cy="2825496"/>
          </a:xfrm>
          <a:prstGeom prst="roundRect">
            <a:avLst>
              <a:gd name="adj" fmla="val 4184"/>
            </a:avLst>
          </a:prstGeom>
          <a:ln w="31750">
            <a:solidFill>
              <a:srgbClr val="F2A93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137160" y="521208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divergence anywhere.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now bit-exact.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bits, not decimals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decimals lie.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Fortran’s list-directed print truncates to ~9 significant digits; JS prints the full double-precision expansion of a float32 value. Subtracting the two printed strings manufactures a fake difference at every single call — even when the underlying bits are identical.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dumped exact hex.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parameter, every optimizer evaluation, on both platforms, as its literal IEEE-754 bit pattern — then diffed those hex strings call-by-call to find the exact first evaluation where a single bit differs.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92240" y="160020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714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665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FULLVEC call=1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           fortran    js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514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X          41A95041   41A95041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789920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8986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Y          41A4B53E   41A4B53D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0" y="28986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2826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Inc        3F576121   3F576121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0" y="32826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PA         3F0A8D58   3F0A8D58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789920" y="36667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4050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VSys       445DE380   445DE380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0" y="40507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4434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VRot0      4269FDDF   4269FDDA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0" y="4434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8188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VRot1      41E9B4C4   41E9B4E2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0" y="48188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5303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13 params match exactly. 3 differ by 1–30 ULP.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— WHERE IT STARTS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resampled cube is now completely bit-identical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pixel-by-pixel comparison of the bootstrap-resampled cube, after fixing all seven bugs: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179,520 voxels differ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 approximately zero — genuinely, exactly zero.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fix,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~5,299 voxels (3%)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differed by up to 30 ULP, uniformly — the signature of a single scalar constant computed via two different, non-bit-identical formulas.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206240"/>
            <a:ext cx="5212080" cy="1508760"/>
          </a:xfrm>
          <a:prstGeom prst="roundRect">
            <a:avLst>
              <a:gd name="adj" fmla="val 4848"/>
            </a:avLst>
          </a:prstGeom>
          <a:solidFill>
            <a:srgbClr val="EAF1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code defect — now fixed.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09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Fortran’s own output-writing code computed a beam-area scalar via a different formula than its own “official” BeamAreaPixels field used elsewhere in the same codebase — mathematically equivalent, numerically not identical. The JS port had copied the wrong one.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Float32 values near 0.015 — consecutive representable numbers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834640"/>
            <a:ext cx="5212080" cy="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697480"/>
            <a:ext cx="0" cy="27432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69480" y="2697480"/>
            <a:ext cx="0" cy="27432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2697480"/>
            <a:ext cx="0" cy="27432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06840" y="2697480"/>
            <a:ext cx="0" cy="274320"/>
          </a:xfrm>
          <a:prstGeom prst="line">
            <a:avLst/>
          </a:prstGeom>
          <a:noFill/>
          <a:ln w="31750">
            <a:solidFill>
              <a:srgbClr val="F2A9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24544" y="2752344"/>
            <a:ext cx="164592" cy="164592"/>
          </a:xfrm>
          <a:prstGeom prst="ellipse">
            <a:avLst/>
          </a:prstGeom>
          <a:solidFill>
            <a:srgbClr val="0B1E3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65208" y="2752344"/>
            <a:ext cx="164592" cy="164592"/>
          </a:xfrm>
          <a:prstGeom prst="ellipse">
            <a:avLst/>
          </a:prstGeom>
          <a:solidFill>
            <a:srgbClr val="1C9C8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49640" y="3063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372600" y="3063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9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875520" y="2697480"/>
            <a:ext cx="0" cy="27432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44200" y="2697480"/>
            <a:ext cx="0" cy="27432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12880" y="2697480"/>
            <a:ext cx="0" cy="274320"/>
          </a:xfrm>
          <a:prstGeom prst="line">
            <a:avLst/>
          </a:prstGeom>
          <a:noFill/>
          <a:ln w="19050">
            <a:solidFill>
              <a:srgbClr val="4A5B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3474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 1 ULP apart: adjacent representable float32 values  →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EAF1F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94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looked unfixable at first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46177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wrong scalar multiplier looks exactly like accumulated rounding noise: a small, uniform relative error present on every voxel, with no obvious pattern by location. Only isolating pre-convolution (exact) from post-rescale (not exact) told the two apart.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DIGGING DEEPER — WHICH FUNCTION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Bisecting the model cube, stage by stage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technique, applied to the anchor fit’s own model-cube resynthesis (used to build every bootstrap realization’s difference cube). The optimizer’s own trajectory, best-fit parameters, and RNG state were each independently proven bit-identical first — then each stage of the model build itself was tested in isolation.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EAF1FB"/>
          </a:solidFill>
          <a:ln w="25400">
            <a:solidFill>
              <a:srgbClr val="2E8B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generation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cell binning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179,520 pixels differ — exact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05072" y="3419856"/>
            <a:ext cx="356616" cy="201168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2743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EAF1FB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convolution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(pre-rescale)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meaningful diffs (of 179,520) — exact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08392" y="3419856"/>
            <a:ext cx="356616" cy="201168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0" y="2743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EAF1FB"/>
          </a:solidFill>
          <a:ln w="254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(post-rescale)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179,520 — exact (was 26,492 before the fix)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B1E3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7548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Zero. Zero. Zero. (Once, briefly, it wasn’t.)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0749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of model-cube resynthesis matches exactly — particle generation, convolution, and the final beam-area rescale. The ONLY divergence found was a scalar-formula mismatch in that last rescale step, now fixed.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DIGGING DEEPER — THE EXACT OPERATION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Retraction: FFTW was never the problem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divergence (shown below) looked like a genuine FFTW discrepancy. It wasn’t — it came from a bug in the isolated test harness itself, not the library.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10881360" cy="3063240"/>
          </a:xfrm>
          <a:prstGeom prst="roundRect">
            <a:avLst>
              <a:gd name="adj" fmla="val 2388"/>
            </a:avLst>
          </a:prstGeom>
          <a:solidFill>
            <a:srgbClr val="0714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 FFT output, channel 27, real part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          fortran                        js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bin(1,1)   4.7621323104976909235E-02   4.7621323104976909235e-2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3108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exact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5661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bin(2,1)   -3.9162637555418149116E-02   -3.9162637555418149116e-2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exact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0233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bin(1,2)   -3.2393745807341126075E-02   -3.2393745807341126075e-2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0" y="4023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80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bin(5,7)   5.6911514142068296215E-03   5.6911514142068304889e-3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0" y="4480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diverges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00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to the TEST HARNESS: a Fortran array fill-order mismatch fed FFTW a transposed input on one side only — not a real cross-platform difference.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finding: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forward r2c transform is bit-exact across 2,112 bins; the inverse c2r transform is bit-exact across 4,096 bins — systematically verified at sizes 4, 8, 16, 32, and 64. FFTW, native and wasm, is exact given matched input.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— THE OTHER SIX BUGS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 bugs, hiding in plain sight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25400">
            <a:solidFill>
              <a:srgbClr val="0B1E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fdlibm.js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(trig/log/exp)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358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hardware-FMA emulation, no longer matched by the real build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36392" y="2505456"/>
            <a:ext cx="292608" cy="201168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9" name="Shape 7"/>
          <p:cNvSpPr/>
          <p:nvPr/>
        </p:nvSpPr>
        <p:spPr>
          <a:xfrm>
            <a:off x="3410712" y="19202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25400">
            <a:solidFill>
              <a:srgbClr val="1C9C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47872" y="2057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&amp; SInt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(2D/3D sums)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47872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30358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summed in a different memory order than Fortran’s column-major sum()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07024" y="2505456"/>
            <a:ext cx="292608" cy="201168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4" name="Shape 12"/>
          <p:cNvSpPr/>
          <p:nvPr/>
        </p:nvSpPr>
        <p:spPr>
          <a:xfrm>
            <a:off x="6181344" y="19202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25400">
            <a:solidFill>
              <a:srgbClr val="1C9C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2057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bsCent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(geometry)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18504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18504" y="30358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carried full double precision where Fortran’s type is real(4)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77656" y="2505456"/>
            <a:ext cx="292608" cy="201168"/>
          </a:xfrm>
          <a:prstGeom prst="rightArrow">
            <a:avLst/>
          </a:prstGeom>
          <a:solidFill>
            <a:srgbClr val="9AAEC7"/>
          </a:solidFill>
          <a:ln/>
        </p:spPr>
      </p:sp>
      <p:sp>
        <p:nvSpPr>
          <p:cNvPr id="19" name="Shape 17"/>
          <p:cNvSpPr/>
          <p:nvPr/>
        </p:nvSpPr>
        <p:spPr>
          <a:xfrm>
            <a:off x="8951976" y="19202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20574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FITAchieved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(pipeline gate)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089136" y="30358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aborted the whole pipeline on non-convergence; Fortran never does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was individually tiny — 1 ULP here, a stale assumption there — but each one blocked either testing or masked the real signal until it was found and fixed. All six, plus the beamArea formula (Finding 1), are now confirmed resolved.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5720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Historical: per-parameter ULP spread observed before this investigation’s fixes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40080" y="4846320"/>
          <a:ext cx="1078992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MORE BUGS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chasing a harder test case (cloudDensity=100) after the first seven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00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RAD2DEG double-rounding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947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position angle converted degrees→radians→degrees through two separate f32 rounding steps instead of one; fixed to match Fortran’s single conversion exactly.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5328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RHI_AS radial-profile precision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8803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radial-profile interpolation carried extra double precision on the JS side where Fortran keeps it in real*4; matched to f32 throughout.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46557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resampleBeam.beamPositionAngle never set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8130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realization’s resampled beam always defaulted to 0.0 instead of inheriting the anchor fit’s own already-correct beam angle.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39826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BPA written in the wrong units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7457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position angle was written to the output FITS header in radians; the BPA keyword convention requires degrees.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6309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309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6263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CTYPE3/CUNIT3 hardcoded wrong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66111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axis header was hardcoded to VELO-LSR/km-s regardless of the real cube’s convention; real WALLABY cubes use VOPT/m-s.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533095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cubes written in double precision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56784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cubes were written as BITPIX=-64 even though the underlying data is Float32Array — pure precision inflation on the way out, not real extra precision. Added a proper float32 (-32) write path.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Force identical inputs, get identical outputs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went further: no forcing at all. Fortran and JS were run completely independently, from their own natural starting points, using only the shared seed (42).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NATURAL RUN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F3D9CC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06040"/>
            <a:ext cx="320040" cy="502920"/>
          </a:xfrm>
          <a:prstGeom prst="roundRect">
            <a:avLst>
              <a:gd name="adj" fmla="val 17143"/>
            </a:avLst>
          </a:prstGeom>
          <a:solidFill>
            <a:srgbClr val="2E8B5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606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3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1 (65 iterations) and pass 2 (1,715 iterations, to ITMAX) — every rtol/y[ihi]/y[ilo] bit-identical throughout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best-fit parameter vector (all 15 parameters) was then compared directly — no forcing, no transplant.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CFE8D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206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bit-identical, every parameter, full precision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0B1E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07492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1,715 / 1,715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507492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Pass-2 iteration bit-identical, unforced, to ITMAX — proving the entire per-evaluation math (particle generation, tilted-ring projection, convolution, χ2 sum, amoeba, vertex perturbation) has zero remaining bugs.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RULING OUT SOFIA-2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direct 2×2 control: same source-finder, same inputs, both platforms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SoFiA-2 (native and wasm) was fed the exact same model cube from each side independently -- Fortran’s own cube, and JS’s own regenerated cube -- and its mask output compared bit-for-bit. If SoFiA itself introduced any divergence, native and wasm would disagree even on an identical input cube. They never did.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1038 = 1038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vs wasm SoFiA mask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on Fortran’s own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cube — exact match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1041 = 1041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vs wasm SoFiA mask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on JS’s own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regenerated cube — exact match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8388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 in SoFiA-2’s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build — ruled out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directly, not by inference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KEPT GOING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5544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“Two platforms summing the same numbers in the same order will still drift once enough floating-point rounding compounds.”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063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the working theory. It was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3794760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234440" y="37490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 non-associativity is real, but it cannot explain a uniform ~1.4×10⁻⁷ relative error on every single voxel — that signature belongs to a single wrong scalar, not compounding rounding.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234440" y="45262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Isolating each stage of the model cube’s construction (pre-conv, post-conv, post-rescale) found exactly where the uniform error appeared: the beam-area rescale, and nowhere else.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5349240"/>
            <a:ext cx="128016" cy="128016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234440" y="53035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was one formula, in one function, matched to the one Fortran actually uses at that call site. Zero remaining difference, not an asymptotic limit.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HARDER CASE REOPENS THE SEARCH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cloudDensity=100, bootstrap realization 10 of 11: same bisection technique, applied again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WALLABY_J100336-262923 at cloudDensity=100 was the first case since the seven-bug fix to show a real fit divergence — isolated first to a single bootstrap realization, then traced stage by stage through that realization’s own model-cube regeneration, using the same trace-hook infrastructure as before.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EAF1FB"/>
          </a:solidFill>
          <a:ln w="25400">
            <a:solidFill>
              <a:srgbClr val="2E8B5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Pre-convolution model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(before FFT)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102,168 / 102,168 voxels match — exact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05072" y="3419856"/>
            <a:ext cx="356616" cy="201168"/>
          </a:xfrm>
          <a:prstGeom prst="rightArrow">
            <a:avLst/>
          </a:prstGeom>
          <a:solidFill>
            <a:srgbClr val="9AAEC7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43400" y="2743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EAF1FB"/>
          </a:solidFill>
          <a:ln w="254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62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kernel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(real-space, pre-FFT)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100.00%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+ the renormalization divisor — exact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08392" y="3419856"/>
            <a:ext cx="356616" cy="201168"/>
          </a:xfrm>
          <a:prstGeom prst="rightArrow">
            <a:avLst/>
          </a:prstGeom>
          <a:solidFill>
            <a:srgbClr val="9AAEC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46720" y="274320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EAF1FB"/>
          </a:solidFill>
          <a:ln w="254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22960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Post-convolution model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(after inverse FFT)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520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58.49%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59,762 / 102,168 exact — divergence enters in the FFT convolution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B1E3F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77240" y="47548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not compiler codegen — a genuine FFT transpose bug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0749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"wasm32 vs native-arm64 codegen" theory from an earlier pass of this search was wrong, and was retracted after an isolated FFT-only repro (fixed 64x64 input, both platforms) came back 100% bit-identical -- proving the FFT itself was never the problem. Continued bisecting per instruction ("do you know for sure... keep testing until you hit the difference") instead of stopping at a plausible-sounding guess. See the next slide for what the repro actually found.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ROOT CAUSE — FOUND WITH A REPRO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Fortran computes FFT(A^T), not FFT(A) — and it is fixable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Fortran’s PaddedArray is column-major; TwoDConvolution.f passes it untransposed into FFTW’s row-major C API, so the compiled codelets process the byte-transpose of the logical array. DFT2D(A^T)(u,v)=DFT2D(A)(v,u) is an exact MATH identity but not a floating-point one -- confirmed by feeding a plain C program Fortran’s own column-major memory layout and reproducing Fortran’s real compiled output exactly.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2,112 / 2,112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FFT bins reproduced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bit-for-bit by feeding C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Fortran’s own memory layout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/ 64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round-trip pixels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(FFT+multiply+inverse+cast)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bit-exact vs Fortran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8388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pass: FFT transpose +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padded-size mismatch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bugs fixed on the JS side, matching Fortran’s actual (not intended) behavior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00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 fix: rdft2R2cSyncFortranMatched / rdft2C2rSyncFortranMatched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947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 the input before the forward FFT, transpose the real output after the inverse FFT. The complex-multiply step needs no change once both spectra are consistently transposed.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5328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Padded-size fix: hardcode PaddedSize=64x64 on the JS side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8803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Fortran’s Allocate_Beam2D hardcodes 64x64 unconditionally (a leftover test flag, confirmed still live in the currently-compiled native binaries) -- JS was computing it dynamically (56x57 for the real test case), a genuinely different FFT size, not a rounding issue.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46557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Non-square safety net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8130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transpose fix only applies to square transforms; a non-square call now falls back to the prior behavior with a one-time warning instead of throwing -- verified directly, no crash.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39826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regressions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7457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Beam.js, CalculateBeamKernel.js, and CubeKernelConvolution.js self-tests all still pass after both fixes.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6309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309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6263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pipeline now runs to completion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66111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cloudDensity=100 realization-10 trace previously stalled silently before finishing a fit at all. With both fixes in place it now completes the full optimizer fit (66 convolve calls, 75 evaluations).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AT SCALE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Pre-fix baseline: a 20-realization batch test (superseded, pending re-run)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baseline, run BEFORE this session’s seven fixes. Same galaxy, same seed (42), same cloud density (20).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independent bootstrap realizations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run fully end-to-end on both platforms — resample, SoFiA, pre-analysis, and the full two-pass optimizer, unforced.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AF1FB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/ 20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0690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realizations land on the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same answer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(0.00% difference)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301752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AF1FB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48056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40690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diverges to 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different local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(#11, 32.6% Inc)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0" y="301752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EAF1FB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18388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1.7×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40690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JS wall-time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 per realization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present even when accurate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RESULTS — ACCURACY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Inclination difference, Fortran vs JS, per realization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11064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46304" cy="146304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41248" y="5321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377440" y="5394960"/>
            <a:ext cx="146304" cy="146304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578608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drift (&lt; 3%)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539496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773168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basin flip (realization 11)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baseline (pre-fix). All 20 realizations reported converged=true on both platforms. With this session’s fixes in place, this batch should be re-run — several of the small-drift realizations were likely caused by since-fixed bugs, not irreducible optimizer chaos.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RESULTS —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 runs slower on every realization — not just the outlier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11064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per-realization: Fortran 1,583 ms  ·  JS 2,744 ms  ·  ratio 1.7×  ·  Batch total: 31.7s vs 54.9s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timing overhead is separate from the accuracy question and still expected to hold post-fix — interpretation/wasm-dispatch cost is unrelated to the beamArea/traversal-order bugs found this session.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REALIZATION #11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coin flip at a fork in the road, not a defect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Nelder-Mead is a chaotic deterministic optimizer riding a Monte Carlo objective function, with one continuously-advancing random stream shared across every evaluation. A ~0.05% chi² difference on any early evaluation — the already-minimized residual noise from Finding 2 — can tip which simplex move gets accepted, which changes how many random draws get consumed, which desyncs everything downstream into a completely different (but equally valid) random particle sample. This specific case (Fortran 26.0° vs JS 36.2°) predates this session’s fixes — worth re-testing to see if it still occurs.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536192" y="4325112"/>
            <a:ext cx="219456" cy="219456"/>
          </a:xfrm>
          <a:prstGeom prst="ellipse">
            <a:avLst/>
          </a:prstGeom>
          <a:solidFill>
            <a:srgbClr val="0B1E3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(bit-identical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90+ calls)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755648" y="4434840"/>
            <a:ext cx="3730752" cy="-960120"/>
          </a:xfrm>
          <a:prstGeom prst="line">
            <a:avLst/>
          </a:prstGeom>
          <a:noFill/>
          <a:ln w="31750">
            <a:solidFill>
              <a:srgbClr val="0B1E3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755648" y="4434840"/>
            <a:ext cx="3730752" cy="1325880"/>
          </a:xfrm>
          <a:prstGeom prst="line">
            <a:avLst/>
          </a:prstGeom>
          <a:noFill/>
          <a:ln w="31750">
            <a:solidFill>
              <a:srgbClr val="1C9C8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0" y="306324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 w="19050">
            <a:solidFill>
              <a:srgbClr val="0B1E3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69280" y="3063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 converges: Inc = 26.0°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0" y="534924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 w="19050">
            <a:solidFill>
              <a:srgbClr val="1C9C8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669280" y="5349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9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converges: Inc = 36.2°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6309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converged=true. Both are legitimate local optima of the same objective function.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proves, and what to measure going forward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00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fully identified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947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real, distinct bugs — not an irreducible floor — were the entire origin of every observed difference. All seven are fixed.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5328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Per-evaluation math has zero remaining bugs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8803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directly: every Pass-1 and Pass-2 optimizer iteration bit-identical, fully unforced, to ITMAX (1,715/1,715), on real production data.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46557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spread is optimizer chaos, not a platform bug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8130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pre-fix batch’s realization #11 basin-flip predates these fixes — pending re-validation to see whether it still occurs with the real bugs removed.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443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39826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parity by bootstrap statistics, not single-realization exact match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7457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pre-fix 15/20 batch result is now a historical baseline, not a current claim — a fresh batch run is the natural next validation step.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4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533095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carries a real, separate ~1.7× timing overhead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56784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on accurate realizations too — an interpretation/dispatch cost, independent of the accuracy question.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reopened. This time it was two real, fixable bugs.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transpose in the FFT, and a padded-size mismatch — both fixed on the JS side.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3KIDNAS · JS/Fortran bit-exactness investigation · 2026-09-29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END-TO-END, CONFIRMED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real bootstraps, real native Fortran vs the fixed JS pipeline, same seed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run_both.js, seed 42, cloudDensity=100, WALLABY_J100336-262923 -- the exact case this search chased. Both legs ran for real (native compiled Fortran binary vs the in-process JS pipeline, no mocking), same seed, same config, compared field by field across all 10 realizations.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realizations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succeeded on both sides,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9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fields exactly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0.000000 diff -- identical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strings, full float32 precision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2560320"/>
            <a:ext cx="3383280" cy="2651760"/>
          </a:xfrm>
          <a:prstGeom prst="roundRect">
            <a:avLst>
              <a:gd name="adj" fmla="val 2759"/>
            </a:avLst>
          </a:prstGeom>
          <a:solidFill>
            <a:srgbClr val="EAF1FB"/>
          </a:solidFill>
          <a:ln/>
          <a:effectLst>
            <a:outerShdw sx="100000" sy="100000" kx="0" ky="0" algn="bl" rotWithShape="0" blurRad="76200" dist="25400" dir="5400000">
              <a:srgbClr val="9AAEC7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8388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794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relative difference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remaining field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(was 58.49% exact pre-fix)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2026-09-28T02:50:15Z</dcterms:created>
  <dcterms:modified xsi:type="dcterms:W3CDTF">2026-09-28T02:50:15Z</dcterms:modified>
</cp:coreProperties>
</file>