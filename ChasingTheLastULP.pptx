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ULP diff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X</c:v>
                  </c:pt>
                  <c:pt idx="1">
                    <c:v>Y</c:v>
                  </c:pt>
                  <c:pt idx="2">
                    <c:v>Inc</c:v>
                  </c:pt>
                  <c:pt idx="3">
                    <c:v>PA</c:v>
                  </c:pt>
                  <c:pt idx="4">
                    <c:v>VSys</c:v>
                  </c:pt>
                  <c:pt idx="5">
                    <c:v>VRot0</c:v>
                  </c:pt>
                  <c:pt idx="6">
                    <c:v>VRot1</c:v>
                  </c:pt>
                  <c:pt idx="7">
                    <c:v>VRot2</c:v>
                  </c:pt>
                  <c:pt idx="8">
                    <c:v>VRot3</c:v>
                  </c:pt>
                  <c:pt idx="9">
                    <c:v>Sig0</c:v>
                  </c:pt>
                  <c:pt idx="10">
                    <c:v>Sig1</c:v>
                  </c:pt>
                  <c:pt idx="11">
                    <c:v>Sig2</c:v>
                  </c:pt>
                  <c:pt idx="12">
                    <c:v>Sig3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30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Inc_model diff %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1E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1.76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2.25</c:v>
                </c:pt>
                <c:pt idx="11">
                  <c:v>32.62</c:v>
                </c:pt>
                <c:pt idx="12">
                  <c:v>1.19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B1E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B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B72"/>
                    </a:solidFill>
                    <a:latin typeface="Arial"/>
                  </a:rPr>
                  <a:t>Bootstrap realization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B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B72"/>
                    </a:solidFill>
                    <a:latin typeface="Arial"/>
                  </a:rPr>
                  <a:t>Inc_model % difference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Fortran (ms)</c:v>
                </c:pt>
              </c:strCache>
            </c:strRef>
          </c:tx>
          <c:spPr>
            <a:solidFill>
              <a:srgbClr val="0B1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1847</c:v>
                </c:pt>
                <c:pt idx="1">
                  <c:v>1627</c:v>
                </c:pt>
                <c:pt idx="2">
                  <c:v>1269</c:v>
                </c:pt>
                <c:pt idx="3">
                  <c:v>1467</c:v>
                </c:pt>
                <c:pt idx="4">
                  <c:v>1320</c:v>
                </c:pt>
                <c:pt idx="5">
                  <c:v>1058</c:v>
                </c:pt>
                <c:pt idx="6">
                  <c:v>1465</c:v>
                </c:pt>
                <c:pt idx="7">
                  <c:v>1380</c:v>
                </c:pt>
                <c:pt idx="8">
                  <c:v>1216</c:v>
                </c:pt>
                <c:pt idx="9">
                  <c:v>2208</c:v>
                </c:pt>
                <c:pt idx="10">
                  <c:v>1469</c:v>
                </c:pt>
                <c:pt idx="11">
                  <c:v>1391</c:v>
                </c:pt>
                <c:pt idx="12">
                  <c:v>1759</c:v>
                </c:pt>
                <c:pt idx="13">
                  <c:v>2630</c:v>
                </c:pt>
                <c:pt idx="14">
                  <c:v>1804</c:v>
                </c:pt>
                <c:pt idx="15">
                  <c:v>1391</c:v>
                </c:pt>
                <c:pt idx="16">
                  <c:v>2872</c:v>
                </c:pt>
                <c:pt idx="17">
                  <c:v>981</c:v>
                </c:pt>
                <c:pt idx="18">
                  <c:v>1184</c:v>
                </c:pt>
                <c:pt idx="19">
                  <c:v>1320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JS (ms)</c:v>
                </c:pt>
              </c:strCache>
            </c:strRef>
          </c:tx>
          <c:spPr>
            <a:solidFill>
              <a:srgbClr val="1C9C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4518</c:v>
                </c:pt>
                <c:pt idx="1">
                  <c:v>3023</c:v>
                </c:pt>
                <c:pt idx="2">
                  <c:v>2216</c:v>
                </c:pt>
                <c:pt idx="3">
                  <c:v>2601</c:v>
                </c:pt>
                <c:pt idx="4">
                  <c:v>2060</c:v>
                </c:pt>
                <c:pt idx="5">
                  <c:v>1461</c:v>
                </c:pt>
                <c:pt idx="6">
                  <c:v>2370</c:v>
                </c:pt>
                <c:pt idx="7">
                  <c:v>2123</c:v>
                </c:pt>
                <c:pt idx="8">
                  <c:v>1929</c:v>
                </c:pt>
                <c:pt idx="9">
                  <c:v>3733</c:v>
                </c:pt>
                <c:pt idx="10">
                  <c:v>1817</c:v>
                </c:pt>
                <c:pt idx="11">
                  <c:v>3430</c:v>
                </c:pt>
                <c:pt idx="12">
                  <c:v>2454</c:v>
                </c:pt>
                <c:pt idx="13">
                  <c:v>5030</c:v>
                </c:pt>
                <c:pt idx="14">
                  <c:v>3109</c:v>
                </c:pt>
                <c:pt idx="15">
                  <c:v>2226</c:v>
                </c:pt>
                <c:pt idx="16">
                  <c:v>5444</c:v>
                </c:pt>
                <c:pt idx="17">
                  <c:v>1389</c:v>
                </c:pt>
                <c:pt idx="18">
                  <c:v>1791</c:v>
                </c:pt>
                <c:pt idx="19">
                  <c:v>2159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B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B72"/>
                    </a:solidFill>
                    <a:latin typeface="Arial"/>
                  </a:rPr>
                  <a:t>Bootstrap realization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B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B72"/>
                    </a:solidFill>
                    <a:latin typeface="Arial"/>
                  </a:rPr>
                  <a:t>Wall 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5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THE LAST ULP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parity between the Fortran and JavaScript galaxy-fitting pipelines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502920" cy="3840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977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ULP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9776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WALLABY_J103538-484832   ·   BootstrapSeed 42   ·   cdens 20   ·   3KIDNAS parity investigation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a bug. Seven of them. All fixed.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independently-written pipelines were compared bit-for-bit down to the exact hexadecimal representation of every float32 value. Seven real, distinct bugs were found and fixed — the bootstrap-resampled cube is now provably, completely bit-identical between platforms.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EC7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179,520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Voxels differing in the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cube — genuinely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zero, not a rounding floor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5603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EC7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9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1,715 / 1,715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794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Pass-2 optimizer iterations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bit-identical, unforced,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ITMAX — every 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5603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25400" dir="5400000">
              <a:srgbClr val="9AAEC7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8388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794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distinct bugs found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fixed — each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implementations, one expected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 (native)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(wasm/V8)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272948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1" name="Shape 9"/>
          <p:cNvSpPr/>
          <p:nvPr/>
        </p:nvSpPr>
        <p:spPr>
          <a:xfrm>
            <a:off x="2633472" y="446684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07792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07792" y="4114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55464" y="272948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55464" y="446684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9784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9784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(shape/geometry)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9784" y="4114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9784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(shape/geometry)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77456" y="272948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23" name="Shape 21"/>
          <p:cNvSpPr/>
          <p:nvPr/>
        </p:nvSpPr>
        <p:spPr>
          <a:xfrm>
            <a:off x="7077456" y="446684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51776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51776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(particles + convolution + χ2)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51776" y="4114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1776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(particles + convolution + χ2)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99448" y="272948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29" name="Shape 27"/>
          <p:cNvSpPr/>
          <p:nvPr/>
        </p:nvSpPr>
        <p:spPr>
          <a:xfrm>
            <a:off x="9299448" y="4466844"/>
            <a:ext cx="292608" cy="164592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3768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73768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73768" y="4114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73768" y="4114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" y="2267712"/>
            <a:ext cx="2185416" cy="2825496"/>
          </a:xfrm>
          <a:prstGeom prst="roundRect">
            <a:avLst>
              <a:gd name="adj" fmla="val 4184"/>
            </a:avLst>
          </a:prstGeom>
          <a:ln w="31750">
            <a:solidFill>
              <a:srgbClr val="F2A93B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13716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divergence anywhere.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now bit-exact.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bits, not decimals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decimals lie.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Fortran’s list-directed print truncates to ~9 significant digits; JS prints the full double-precision expansion of a float32 value. Subtracting the two printed strings manufactures a fake difference at every single call — even when the underlying bits are identical.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dumped exact hex.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parameter, every optimizer evaluation, on both platforms, as its literal IEEE-754 bit pattern — then diffed those hex strings call-by-call to find the exact first evaluation where a single bit differs.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0714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FULLVEC call=1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            fortran    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X          41A95041   41A95041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78992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Y          41A4B53E   41A4B53D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2826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Inc        3F576121   3F576121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0" y="3282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666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PA         3F0A8D58   3F0A8D58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3666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VSys       445DE380   445DE380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4050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VRot0      4269FDDF   4269FDDA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0" y="4434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818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VRot1      41E9B4C4   41E9B4E2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0" y="4818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13 params match exactly. 3 differ by 1–30 ULP.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WHERE IT STARTS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resampled cube is now completely bit-identical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pixel-by-pixel comparison of the bootstrap-resampled cube, after fixing all seven bugs: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179,520 voxels differ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 approximately zero — genuinely, exactly zero.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fix,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~5,299 voxels (3%)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differed by up to 30 ULP, uniformly — the signature of a single scalar constant computed via two different, non-bit-identical formulas.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code defect — now fixed.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Fortran’s own output-writing code computed a beam-area scalar via a different formula than its own “official” BeamAreaPixels field used elsewhere in the same codebase — mathematically equivalent, numerically not identical. The JS port had copied the wrong one.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values near 0.015 — consecutive representable numbers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5212080" cy="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2697480"/>
            <a:ext cx="0" cy="27432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2752344"/>
            <a:ext cx="164592" cy="164592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65208" y="2752344"/>
            <a:ext cx="164592" cy="164592"/>
          </a:xfrm>
          <a:prstGeom prst="ellipse">
            <a:avLst/>
          </a:prstGeom>
          <a:solidFill>
            <a:srgbClr val="1C9C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4964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7552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4420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2697480"/>
            <a:ext cx="0" cy="274320"/>
          </a:xfrm>
          <a:prstGeom prst="line">
            <a:avLst/>
          </a:prstGeom>
          <a:noFill/>
          <a:ln w="19050">
            <a:solidFill>
              <a:srgbClr val="4A5B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474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1 ULP apart: adjacent representable float32 values  →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looked unfixable at first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wrong scalar multiplier looks exactly like accumulated rounding noise: a small, uniform relative error present on every voxel, with no obvious pattern by location. Only isolating pre-convolution (exact) from post-rescale (not exact) told the two apart.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DEEPER — WHICH FUNCTION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Bisecting the model cube, stage by stage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technique, applied to the anchor fit’s own model-cube resynthesis (used to build every bootstrap realization’s difference cube). The optimizer’s own trajectory, best-fit parameters, and RNG state were each independently proven bit-identical first — then each stage of the model build itself was tested in isolation.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cell binning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179,520 pixels differ — exact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05072" y="3419856"/>
            <a:ext cx="356616" cy="201168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743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convolution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(pre-rescale)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meaningful diffs (of 179,520) — exact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08392" y="3419856"/>
            <a:ext cx="356616" cy="201168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2743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(post-rescale)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179,520 — exact (was 26,492 before the fix)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E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754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Zero. Zero. (Once, briefly, it wasn’t.)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749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model-cube resynthesis matches exactly — particle generation, convolution, and the final beam-area rescale. The ONLY divergence found was a scalar-formula mismatch in that last rescale step, now fixed.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DEEPER — THE EXACT OPERATION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Retraction: FFTW was never 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divergence (shown below) looked like a genuine FFTW discrepancy. It wasn’t — it came from a bug in the isolated test harness itself, not the library.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0881360" cy="3063240"/>
          </a:xfrm>
          <a:prstGeom prst="roundRect">
            <a:avLst>
              <a:gd name="adj" fmla="val 2388"/>
            </a:avLst>
          </a:prstGeom>
          <a:solidFill>
            <a:srgbClr val="0714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FFT output, channel 27, real part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         fortran                        js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bin(1,1)   4.7621323104976909235E-02   4.7621323104976909235e-2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bin(2,1)   -3.9162637555418149116E-02   -3.9162637555418149116e-2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bin(1,2)   -3.2393745807341126075E-02   -3.2393745807341126075e-2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bin(5,7)   5.6911514142068296215E-03   5.6911514142068304889e-3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diverges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the TEST HARNESS: a Fortran array fill-order mismatch fed FFTW a transposed input on one side only — not a real cross-platform difference.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finding: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r2c transform is bit-exact across 2,112 bins; the inverse c2r transform is bit-exact across 4,096 bins — systematically verified at sizes 4, 8, 16, 32, and 64. FFTW, native and wasm, is exact given matched input.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THE OTHER SIX BUGS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 bugs, hiding in plain 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25400">
            <a:solidFill>
              <a:srgbClr val="0B1E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fdlibm.js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(trig/log/exp)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35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hardware-FMA emulation, no longer matched by the real build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2505456"/>
            <a:ext cx="292608" cy="201168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9" name="Shape 7"/>
          <p:cNvSpPr/>
          <p:nvPr/>
        </p:nvSpPr>
        <p:spPr>
          <a:xfrm>
            <a:off x="3410712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25400">
            <a:solidFill>
              <a:srgbClr val="1C9C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&amp; SInt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(2D/3D sums)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9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035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summed in a different memory order than Fortran’s column-major sum()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07024" y="2505456"/>
            <a:ext cx="292608" cy="201168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25400">
            <a:solidFill>
              <a:srgbClr val="1C9C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(geometry)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9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035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carried full double precision where Fortran’s type is real(4)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77656" y="2505456"/>
            <a:ext cx="292608" cy="201168"/>
          </a:xfrm>
          <a:prstGeom prst="rightArrow">
            <a:avLst/>
          </a:prstGeom>
          <a:solidFill>
            <a:srgbClr val="9AAEC7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1976" y="19202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89136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FITAchieved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gate)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3035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aborted the whole pipeline on non-convergence; Fortran never does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was individually tiny — 1 ULP here, a stale assumption there — but each one blocked either testing or masked the real signal until it was found and fixed. All six, plus the beamArea formula (Finding 1), are now confirmed resolved.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72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Historical: per-parameter ULP spread observed before this investigation’s fixes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" y="4846320"/>
          <a:ext cx="107899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identical inputs, get identical outputs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went further: no forcing at all. Fortran and JS were run completely independently, from their own natural starting points, using only the shared seed (42).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NATURAL RUN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3D9C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320040" cy="502920"/>
          </a:xfrm>
          <a:prstGeom prst="roundRect">
            <a:avLst>
              <a:gd name="adj" fmla="val 17143"/>
            </a:avLst>
          </a:prstGeom>
          <a:solidFill>
            <a:srgbClr val="2E8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(65 iterations) and pass 2 (1,715 iterations, to ITMAX) — every rtol/y[ihi]/y[ilo] bit-identical throughout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best-fit parameter vector (all 15 parameters) was then compared directly — no forcing, no transplant.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CFE8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206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bit-identical, every parameter, full precision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B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074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1,715 / 1,715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0749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Pass-2 iteration bit-identical, unforced, to ITMAX — proving the entire per-evaluation math (particle generation, tilted-ring projection, convolution, χ2 sum, amoeba, vertex perturbation) has zero remaining bugs.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KEPT GOING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“Two platforms summing the same numbers in the same order will still drift once enough floating-point rounding compounds.”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the working theory. It was wrong.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7947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3749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non-associativity is real, but it cannot explain a uniform ~1.4×10⁻⁷ relative error on every single voxel — that signature belongs to a single wrong scalar, not compounding rounding.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5262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each stage of the model cube’s construction (pre-conv, post-conv, post-rescale) found exactly where the uniform error appeared: the beam-area rescale, and nowhere else.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3492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5303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was one formula, in one function, matched to the one Fortran actually uses at that call site. Zero remaining difference, not an asymptotic limit.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AT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Pre-fix baseline: a 20-realization batch test (superseded, pending re-run)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baseline, run BEFORE this session’s seven fixes. Same galaxy, same seed (42), same cloud density (20).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independent bootstrap realizations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 fully end-to-end on both platforms — resample, SoFiA, pre-analysis, and the full two-pass optimizer, unforced.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20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69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realizations land on the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answer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(0.00% difference)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30175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4069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diverges to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different local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(#11, 32.6% Inc)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30175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9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1.7×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4069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JS wall-time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per realization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present even when accurate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RESULTS — ACCURACY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Inclination difference, Fortran vs JS, per realization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" y="5321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77440" y="53949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78608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drift (&lt; 3%)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53949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73168" y="5321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flip (realization 11)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 (pre-fix). All 20 realizations reported converged=true on both platforms. With this session’s fixes in place, this batch should be re-run — several of the small-drift realizations were likely caused by since-fixed bugs, not irreducible optimizer chaos.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RESULTS — TIMING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runs slower on every realization — not just the outlier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per-realization: Fortran 1,583 ms  ·  JS 2,744 ms  ·  ratio 1.7×  ·  Batch total: 31.7s vs 54.9s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timing overhead is separate from the accuracy question and still expected to hold post-fix — interpretation/wasm-dispatch cost is unrelated to the beamArea/traversal-order bugs found this session.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REALIZATION #11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coin flip at a fork in the road, not a defect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Nelder-Mead is a chaotic deterministic optimizer riding a Monte Carlo objective function, with one continuously-advancing random stream shared across every evaluation. A ~0.05% chi² difference on any early evaluation — the already-minimized residual noise from Finding 2 — can tip which simplex move gets accepted, which changes how many random draws get consumed, which desyncs everything downstream into a completely different (but equally valid) random particle sample. This specific case (Fortran 26.0° vs JS 36.2°) predates this session’s fixes — worth re-testing to see if it still occurs.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36192" y="4325112"/>
            <a:ext cx="219456" cy="219456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(bit-identical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90+ calls)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55648" y="4434840"/>
            <a:ext cx="3730752" cy="-960120"/>
          </a:xfrm>
          <a:prstGeom prst="line">
            <a:avLst/>
          </a:prstGeom>
          <a:noFill/>
          <a:ln w="31750">
            <a:solidFill>
              <a:srgbClr val="0B1E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4434840"/>
            <a:ext cx="3730752" cy="1325880"/>
          </a:xfrm>
          <a:prstGeom prst="line">
            <a:avLst/>
          </a:prstGeom>
          <a:noFill/>
          <a:ln w="31750">
            <a:solidFill>
              <a:srgbClr val="1C9C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06324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9050">
            <a:solidFill>
              <a:srgbClr val="0B1E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 converges: Inc = 26.0°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534924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9050">
            <a:solidFill>
              <a:srgbClr val="1C9C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converges: Inc = 36.2°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6309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 converged=true. Both are legitimate local optima of the same objective function.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proves, and what to measure going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fully identified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47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real, distinct bugs — not an irreducible floor — were the entire origin of every observed difference. All seven are fixed.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Per-evaluation math has zero remaining bugs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directly: every Pass-1 and Pass-2 optimizer iteration bit-identical, fully unforced, to ITMAX (1,715/1,715), on real production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655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spread is optimizer chaos, not a platform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13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pre-fix batch’s realization #11 basin-flip predates these fixes — pending re-validation to see whether it still occurs with the real bugs removed.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98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parity by bootstrap statistics, not single-realization exact match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7457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pre-fix 15/20 batch result is now a historical baseline, not a current claim — a fresh batch run is the natural next validation step.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330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carries a real, separate ~1.7× timing overhead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6784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 accurate realizations too — an interpretation/dispatch cost, independent of the accuracy question.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was 1 ULP wide.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it’s zero.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3KIDNAS · JS/Fortran bit-exactness investigation · 2026-09-28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2026-09-28T02:50:15Z</dcterms:created>
  <dcterms:modified xsi:type="dcterms:W3CDTF">2026-09-28T02:50:15Z</dcterms:modified>
</cp:coreProperties>
</file>